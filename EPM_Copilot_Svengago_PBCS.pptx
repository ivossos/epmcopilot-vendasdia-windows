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COPILOT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" y="749808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adoção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de treinamento.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2606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 interface.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Copilot transforma o PBCS num sistema que os usuários realmente querem usar — com governança auditável e inteligência contextual.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0060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Svengago  ·  Oracle PBCS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em 9 de cada 10 implementações PBCS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0116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89888"/>
            <a:ext cx="201168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usuários licenciados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utilizam o PBCS ativamente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0592" y="1389888"/>
            <a:ext cx="20116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389888"/>
            <a:ext cx="2011680" cy="1097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542032" y="26517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tempo do FP&amp;A gasto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suporte tier-1 de PBCS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26864" y="1389888"/>
            <a:ext cx="20116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389888"/>
            <a:ext cx="20116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718304" y="26517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orçamentos ainda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correm em planilhas Excel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03136" y="1389888"/>
            <a:ext cx="20116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389888"/>
            <a:ext cx="2011680" cy="109728"/>
          </a:xfrm>
          <a:prstGeom prst="rect">
            <a:avLst/>
          </a:prstGeom>
          <a:solidFill>
            <a:srgbClr val="1A3352"/>
          </a:solidFill>
          <a:ln w="12700">
            <a:solidFill>
              <a:srgbClr val="1A33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894576" y="2651760"/>
            <a:ext cx="1828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CFO não enxerga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ROI do investimento em PBCS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CAF0F8"/>
          </a:solidFill>
          <a:ln w="12700">
            <a:solidFill>
              <a:srgbClr val="CAF0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36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não é um problema de treinamento. É um problema de interface — e o EPM Copilot resolve isso.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3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de treinar usuários para usar o PBCS. Deixe-os conversar com ele.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901952"/>
            <a:ext cx="205740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568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Negócio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6334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conhecimento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PBCS necessário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624328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901952"/>
            <a:ext cx="2057400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9568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Copilot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6334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integrada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2624328"/>
            <a:ext cx="1371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1901952"/>
            <a:ext cx="205740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956816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PBCS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63347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Formulários, regras,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cálculos, dados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547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planejador pode dizer ao Copilot: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27432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023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 é minha variação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relação ao orçamento no T1?"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64408" y="3977640"/>
            <a:ext cx="27432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4023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"Atualize meu headcount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12 FTEs em março"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08776" y="3977640"/>
            <a:ext cx="27432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40233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 que meu OPEX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18% acima do plano?"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EPM COPILOT ENTREGA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pilares para transformar a adoção do PBCS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651760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65176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84048" y="246888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" y="3255264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31912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intenção, não só comandos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" y="368046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36164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premissas em ações de dados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" y="4105656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conflitos antes do fechamento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" y="4530852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44668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Propõe ajustes com base em variações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4680" y="1371600"/>
            <a:ext cx="2651760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371600"/>
            <a:ext cx="2651760" cy="960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264408" y="246888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Governada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10128" y="3255264"/>
            <a:ext cx="91440" cy="914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3864" y="31912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em camadas: ler → propor → aprovar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3680460"/>
            <a:ext cx="91440" cy="914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36164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completo de cada job executado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10128" y="4105656"/>
            <a:ext cx="91440" cy="914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3864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Reversível — toda mudança é rastreável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10128" y="4530852"/>
            <a:ext cx="91440" cy="9144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83864" y="44668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Auditável por reguladores e auditores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1371600"/>
            <a:ext cx="2651760" cy="3584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371600"/>
            <a:ext cx="265176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1417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144768" y="2468880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Explicáveis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0488" y="325526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1912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Narrativas de variação automáticas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0488" y="368046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361645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natural em cada ação do agente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90488" y="410565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4041648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pronta para o auditor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90488" y="453085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64224" y="4466844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para o CFO e o Conselho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PBCS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começa a diferença no ciclo de planejamento da Svengago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651760" cy="1664208"/>
          </a:xfrm>
          <a:prstGeom prst="rect">
            <a:avLst/>
          </a:prstGeom>
          <a:solidFill>
            <a:srgbClr val="1A33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89888"/>
            <a:ext cx="82296" cy="1664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Aceleração do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Orçamentário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0848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monitora submissions, sinaliza lacunas e guia planners — sem o FP&amp;A correr atrás de planilhas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72968" y="1389888"/>
            <a:ext cx="2651760" cy="1664208"/>
          </a:xfrm>
          <a:prstGeom prst="rect">
            <a:avLst/>
          </a:prstGeom>
          <a:solidFill>
            <a:srgbClr val="1A33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1389888"/>
            <a:ext cx="82296" cy="1664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48132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Drivers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74136" y="20848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premissas com histórico real, sinaliza outliers estatísticos antes do lock do plano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71616" y="1389888"/>
            <a:ext cx="2651760" cy="1664208"/>
          </a:xfrm>
          <a:prstGeom prst="rect">
            <a:avLst/>
          </a:prstGeom>
          <a:solidFill>
            <a:srgbClr val="1A33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1616" y="1389888"/>
            <a:ext cx="82296" cy="1664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48132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Forecast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2784" y="20848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copiar/ajustar/recalcular, preserva sign-off humano nas premissas estratégicas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691640" y="3218688"/>
            <a:ext cx="2651760" cy="1664208"/>
          </a:xfrm>
          <a:prstGeom prst="rect">
            <a:avLst/>
          </a:prstGeom>
          <a:solidFill>
            <a:srgbClr val="1A33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3218688"/>
            <a:ext cx="82296" cy="1664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92808" y="331012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de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92808" y="39136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comparativo de cenários em linguagem natural — pronto para o deck do CFO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18888" y="3218688"/>
            <a:ext cx="2651760" cy="1664208"/>
          </a:xfrm>
          <a:prstGeom prst="rect">
            <a:avLst/>
          </a:prstGeom>
          <a:solidFill>
            <a:srgbClr val="1A335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18888" y="3218688"/>
            <a:ext cx="82296" cy="1664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0056" y="3310128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0056" y="39136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ciclo produz log automatizado: o que mudou, por quê, e quem aprovou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3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PASSO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Virtuoso da Adoção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408176"/>
            <a:ext cx="34747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42646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fricção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interagem via linguagem natural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66544"/>
            <a:ext cx="34747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8483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075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engajamento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3225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adesão ao PBCS, menos Excel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34747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4320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734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melhores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9809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completude do plano aumentam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83280"/>
            <a:ext cx="34747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0156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3924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mais rápido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639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confia nos números, ciclo encurta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41648"/>
            <a:ext cx="347472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59936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050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investimento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visível — expansão do projeto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804672"/>
            <a:ext cx="3794760" cy="4114800"/>
          </a:xfrm>
          <a:prstGeom prst="rect">
            <a:avLst/>
          </a:prstGeom>
          <a:solidFill>
            <a:srgbClr val="1A335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9601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conversa com a Svengago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1463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com estas 3 perguntas: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30368" y="199339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1920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% dos usuários licenciados submetem planos ativamente hoje?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30368" y="28620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7889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do tempo do FP&amp;A no ciclo de budget vai para suportar planners?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30368" y="373075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36576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workaround atual quando um planner não consegue usar o PBCS?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4389120"/>
            <a:ext cx="379476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44165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respostas deles escrevem sua proposta.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7375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EPM Copilot  ·  Para Svengago  ·  Oracle PBCS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EPM Copilot para PBCS - Svengago</dc:title>
  <dc:subject>PptxGenJS Presentation</dc:subject>
  <dc:creator>PptxGenJS</dc:creator>
  <cp:lastModifiedBy>PptxGenJS</cp:lastModifiedBy>
  <cp:revision>1</cp:revision>
  <dcterms:created xsi:type="dcterms:W3CDTF">2026-03-10T13:26:22Z</dcterms:created>
  <dcterms:modified xsi:type="dcterms:W3CDTF">2026-03-10T13:26:22Z</dcterms:modified>
</cp:coreProperties>
</file>